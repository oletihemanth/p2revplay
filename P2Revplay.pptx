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77" r:id="rId6"/>
    <p:sldId id="275" r:id="rId7"/>
    <p:sldId id="274" r:id="rId8"/>
    <p:sldId id="261" r:id="rId9"/>
    <p:sldId id="260" r:id="rId10"/>
    <p:sldId id="262" r:id="rId11"/>
    <p:sldId id="263" r:id="rId12"/>
    <p:sldId id="265" r:id="rId13"/>
    <p:sldId id="266" r:id="rId14"/>
    <p:sldId id="267" r:id="rId15"/>
    <p:sldId id="268" r:id="rId16"/>
    <p:sldId id="269" r:id="rId17"/>
    <p:sldId id="264" r:id="rId18"/>
    <p:sldId id="270" r:id="rId19"/>
    <p:sldId id="271" r:id="rId20"/>
    <p:sldId id="272" r:id="rId21"/>
    <p:sldId id="273" r:id="rId22"/>
    <p:sldId id="27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6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6273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4562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724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9242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814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950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723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297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5019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534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4743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5769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B913D-3143-6C1D-5CEF-D8D46A944B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802299"/>
            <a:ext cx="8637073" cy="1439456"/>
          </a:xfrm>
        </p:spPr>
        <p:txBody>
          <a:bodyPr>
            <a:normAutofit/>
          </a:bodyPr>
          <a:lstStyle/>
          <a:p>
            <a:r>
              <a:rPr lang="en-US" dirty="0"/>
              <a:t>          revplay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3ABA4F-BBF3-1E22-DFBA-6421DC9F9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2581155"/>
            <a:ext cx="8637072" cy="3474547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Tx/>
              <a:buChar char="-"/>
            </a:pPr>
            <a:r>
              <a:rPr lang="en-US" i="1" dirty="0"/>
              <a:t>Seamless audio, dynamic user experience, and secure music management</a:t>
            </a:r>
            <a:r>
              <a:rPr lang="en-US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dirty="0"/>
              <a:t>                                            under guidance by : remya g mam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revplay team:</a:t>
            </a:r>
          </a:p>
          <a:p>
            <a:pPr marL="285750" indent="-285750">
              <a:buFontTx/>
              <a:buChar char="-"/>
            </a:pPr>
            <a:r>
              <a:rPr lang="en-US" dirty="0"/>
              <a:t>O.hemanth Sateesh kumar – team lead &amp; security, profiles</a:t>
            </a:r>
          </a:p>
          <a:p>
            <a:pPr marL="285750" indent="-285750">
              <a:buFontTx/>
              <a:buChar char="-"/>
            </a:pPr>
            <a:r>
              <a:rPr lang="en-US" dirty="0"/>
              <a:t>D.devi prasad – audio engine &amp; search</a:t>
            </a:r>
          </a:p>
          <a:p>
            <a:pPr marL="285750" indent="-285750">
              <a:buFontTx/>
              <a:buChar char="-"/>
            </a:pPr>
            <a:r>
              <a:rPr lang="en-US" dirty="0"/>
              <a:t>G.sai kiran – artist dashboard &amp; uploads</a:t>
            </a:r>
          </a:p>
          <a:p>
            <a:pPr marL="285750" indent="-285750">
              <a:buFontTx/>
              <a:buChar char="-"/>
            </a:pPr>
            <a:r>
              <a:rPr lang="en-US" dirty="0"/>
              <a:t>K.Rekha – playlists &amp; favorites</a:t>
            </a:r>
          </a:p>
          <a:p>
            <a:pPr marL="285750" indent="-285750">
              <a:buFontTx/>
              <a:buChar char="-"/>
            </a:pPr>
            <a:r>
              <a:rPr lang="en-US" dirty="0"/>
              <a:t>D.ahmad ali – albums &amp; history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4371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2183A-13D4-27CD-337F-AC3B0D18E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D9331-4F6D-6209-AFB6-0AB2368E5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Revplay </a:t>
            </a:r>
            <a:r>
              <a:rPr lang="en-US" dirty="0"/>
              <a:t>: A full-stack music streaming web application that allows users to listen to music, manage playlists, and enables artists to upload and manage their own tracks.</a:t>
            </a:r>
          </a:p>
          <a:p>
            <a:r>
              <a:rPr lang="en-US" b="1" dirty="0"/>
              <a:t>The Goal : </a:t>
            </a:r>
            <a:r>
              <a:rPr lang="en-US" dirty="0"/>
              <a:t>To build a platform that doesn't just play music, but provides a persistent, modern, "no-refresh" experience.</a:t>
            </a:r>
          </a:p>
          <a:p>
            <a:r>
              <a:rPr lang="en-US" b="1" dirty="0"/>
              <a:t>Key Features </a:t>
            </a:r>
            <a:r>
              <a:rPr lang="en-US" dirty="0"/>
              <a:t>:</a:t>
            </a:r>
          </a:p>
          <a:p>
            <a:r>
              <a:rPr lang="en-US" dirty="0"/>
              <a:t>Role-based access (Listeners vs. Artists).</a:t>
            </a:r>
          </a:p>
          <a:p>
            <a:r>
              <a:rPr lang="en-US" dirty="0"/>
              <a:t>Persistent, global audio player.</a:t>
            </a:r>
          </a:p>
          <a:p>
            <a:r>
              <a:rPr lang="en-US" dirty="0"/>
              <a:t>Real-time UI updates without page refreshes.</a:t>
            </a:r>
          </a:p>
          <a:p>
            <a:r>
              <a:rPr lang="en-US" dirty="0"/>
              <a:t>Custom playlist and favorites management.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2242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E1C12-3911-D8E0-B53F-4613A1BCE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technology stack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CED9D-30A6-0BC5-B124-1AE9EE98A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Frontend (The User Interface) </a:t>
            </a:r>
            <a:r>
              <a:rPr lang="en-US" dirty="0"/>
              <a:t>:</a:t>
            </a:r>
          </a:p>
          <a:p>
            <a:r>
              <a:rPr lang="en-IN" b="1" dirty="0"/>
              <a:t>Angular </a:t>
            </a:r>
            <a:r>
              <a:rPr lang="en-IN" dirty="0"/>
              <a:t>: Component-based UI.</a:t>
            </a:r>
          </a:p>
          <a:p>
            <a:r>
              <a:rPr lang="en-IN" b="1" dirty="0"/>
              <a:t>RxJS </a:t>
            </a:r>
            <a:r>
              <a:rPr lang="en-IN" dirty="0"/>
              <a:t>: For reactive state management (managing the global audio state).</a:t>
            </a:r>
          </a:p>
          <a:p>
            <a:r>
              <a:rPr lang="en-IN" b="1" dirty="0"/>
              <a:t>HTML5/CSS3 </a:t>
            </a:r>
            <a:r>
              <a:rPr lang="en-IN" dirty="0"/>
              <a:t>: For a responsive, modern dark-mode aesthetic.</a:t>
            </a:r>
          </a:p>
        </p:txBody>
      </p:sp>
    </p:spTree>
    <p:extLst>
      <p:ext uri="{BB962C8B-B14F-4D97-AF65-F5344CB8AC3E}">
        <p14:creationId xmlns:p14="http://schemas.microsoft.com/office/powerpoint/2010/main" val="2445850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92538-13FF-D738-0FD7-7E7EE0155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technology stack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6B0CF-B680-56E4-3DCB-0B6A96D0E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Backend (The Brain &amp; Security):</a:t>
            </a:r>
          </a:p>
          <a:p>
            <a:r>
              <a:rPr lang="en-IN" b="1" dirty="0"/>
              <a:t>Spring Boot 3.4 </a:t>
            </a:r>
            <a:r>
              <a:rPr lang="en-IN" dirty="0"/>
              <a:t>: Core backend framework.</a:t>
            </a:r>
          </a:p>
          <a:p>
            <a:r>
              <a:rPr lang="en-IN" b="1" dirty="0"/>
              <a:t>Spring Security &amp; JWT </a:t>
            </a:r>
            <a:r>
              <a:rPr lang="en-IN" dirty="0"/>
              <a:t>: For stateless, secure authentication.</a:t>
            </a:r>
          </a:p>
          <a:p>
            <a:r>
              <a:rPr lang="en-IN" b="1" dirty="0"/>
              <a:t>Springdoc OpenAPI (Swagger) </a:t>
            </a:r>
            <a:r>
              <a:rPr lang="en-IN" dirty="0"/>
              <a:t>:</a:t>
            </a:r>
            <a:r>
              <a:rPr lang="en-IN" b="1" dirty="0"/>
              <a:t> </a:t>
            </a:r>
            <a:r>
              <a:rPr lang="en-IN" dirty="0"/>
              <a:t>For dynamic API documentation.</a:t>
            </a:r>
          </a:p>
          <a:p>
            <a:r>
              <a:rPr lang="nn-NO" b="1" dirty="0"/>
              <a:t>Database </a:t>
            </a:r>
            <a:r>
              <a:rPr lang="nn-NO" dirty="0"/>
              <a:t>:</a:t>
            </a:r>
          </a:p>
          <a:p>
            <a:r>
              <a:rPr lang="nn-NO" b="1" dirty="0"/>
              <a:t>MySQL &amp; Spring Data JPA :</a:t>
            </a:r>
            <a:r>
              <a:rPr lang="nn-NO" dirty="0"/>
              <a:t> For relational data mapping.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3746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E1718-BB98-7513-C0B7-BAAC49105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technology stack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36C1A-1413-58B0-254C-76E6B6738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JUnit : </a:t>
            </a:r>
            <a:r>
              <a:rPr lang="en-US" dirty="0"/>
              <a:t>Utilizing JUnit to automatically test individual pieces of backend logic.</a:t>
            </a:r>
          </a:p>
          <a:p>
            <a:r>
              <a:rPr lang="en-US" dirty="0"/>
              <a:t>Guaranteeing that when we add a brand new feature, our existing code remains unbroken and fully functional.</a:t>
            </a:r>
          </a:p>
          <a:p>
            <a:r>
              <a:rPr lang="en-US" b="1" dirty="0"/>
              <a:t>Log4j :</a:t>
            </a:r>
            <a:r>
              <a:rPr lang="en-US" dirty="0"/>
              <a:t>A real-time recording system that tracks exactly what the Spring Boot backend is doing at any given millisecond.</a:t>
            </a:r>
          </a:p>
          <a:p>
            <a:r>
              <a:rPr lang="en-US" dirty="0"/>
              <a:t>Capturing hidden errors, warnings, and system health metrics so developers can fix issues before users even report them.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0566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09F47-D420-C089-4C3A-2E0197475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architecture(er diagram)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A5328-0D56-72B6-56D0-C46A8A7AB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Robust relational structure handling Users, Songs, Albums, Playlists, and History.</a:t>
            </a:r>
          </a:p>
          <a:p>
            <a:r>
              <a:rPr lang="en-US" dirty="0"/>
              <a:t>Many-to-Many relationships for Playlists and Favorites.</a:t>
            </a:r>
          </a:p>
          <a:p>
            <a:r>
              <a:rPr lang="en-US" dirty="0"/>
              <a:t>Foreign key constraints to ensure data integrity (e.g., deleting a song cascades appropriately).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9249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D2FBA0-F813-2E15-E2D4-05AF5C7C9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735" y="0"/>
            <a:ext cx="63332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557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F2D4F-B913-F912-D058-4665F048F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and Identity</a:t>
            </a:r>
            <a:br>
              <a:rPr lang="en-US" dirty="0"/>
            </a:br>
            <a:r>
              <a:rPr lang="en-US" dirty="0"/>
              <a:t>-Role based access &amp; authentication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54369-EAF1-DA39-813F-021A04592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Stateless Security: </a:t>
            </a:r>
            <a:r>
              <a:rPr lang="en-US" dirty="0"/>
              <a:t>We implemented Spring Security with JWT (JSON Web Tokens) to ensure user sessions are fast, scalable, and secure.</a:t>
            </a:r>
          </a:p>
          <a:p>
            <a:r>
              <a:rPr lang="en-US" b="1" dirty="0"/>
              <a:t>Role-Based Access Control (RBAC): </a:t>
            </a:r>
            <a:r>
              <a:rPr lang="en-US" dirty="0"/>
              <a:t>We built strict boundaries. Standard USER accounts can only listen and create playlists. Only accounts with the ARTIST role can access the "My Uploads" dashboard and upload .mp3 files.</a:t>
            </a:r>
          </a:p>
          <a:p>
            <a:r>
              <a:rPr lang="en-US" b="1" dirty="0"/>
              <a:t>Endpoint Protection: </a:t>
            </a:r>
            <a:r>
              <a:rPr lang="en-US" dirty="0"/>
              <a:t>Configured SecurityConfig to leave audio streaming (/api/songs/play/**) public so the HTML player works smoothly, while locking down every other database action.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1554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6BDE7-C0A1-8D8F-E3EE-C578FB647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listener roles &amp; capabilities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F646A-B124-E9D6-8012-8B6EB802A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The Listener (Standard User) :</a:t>
            </a:r>
          </a:p>
          <a:p>
            <a:r>
              <a:rPr lang="en-US" b="1" dirty="0"/>
              <a:t>Discover &amp; Stream: </a:t>
            </a:r>
            <a:r>
              <a:rPr lang="en-US" dirty="0"/>
              <a:t>Search for songs, filter by genre, and enjoy uninterrupted playback via the Global Audio Player.</a:t>
            </a:r>
          </a:p>
          <a:p>
            <a:r>
              <a:rPr lang="en-US" b="1" dirty="0"/>
              <a:t>Curate Playlists: </a:t>
            </a:r>
            <a:r>
              <a:rPr lang="en-US" dirty="0"/>
              <a:t>Create, edit, and manage custom playlists (Public or Private).</a:t>
            </a:r>
          </a:p>
          <a:p>
            <a:r>
              <a:rPr lang="en-US" b="1" dirty="0"/>
              <a:t>Favorites: </a:t>
            </a:r>
            <a:r>
              <a:rPr lang="en-US" dirty="0"/>
              <a:t>'Like' tracks to instantly add them to a dedicated Favorites library.</a:t>
            </a:r>
          </a:p>
          <a:p>
            <a:r>
              <a:rPr lang="en-US" b="1" dirty="0"/>
              <a:t>Listening History: </a:t>
            </a:r>
            <a:r>
              <a:rPr lang="en-US" dirty="0"/>
              <a:t>Automatically track and view recently played songs.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736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B711F-66E2-8D7A-1F56-D35E0ED0C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16094"/>
            <a:ext cx="9603275" cy="1049235"/>
          </a:xfrm>
        </p:spPr>
        <p:txBody>
          <a:bodyPr/>
          <a:lstStyle/>
          <a:p>
            <a:r>
              <a:rPr lang="en-US" dirty="0"/>
              <a:t>Artist roles &amp; capabilities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75E00-6D72-37B7-55EE-9E1BF41F2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The Artist (Content Creator) :</a:t>
            </a:r>
          </a:p>
          <a:p>
            <a:r>
              <a:rPr lang="en-US" dirty="0"/>
              <a:t>Includes ALL Listener features, plus:</a:t>
            </a:r>
          </a:p>
          <a:p>
            <a:r>
              <a:rPr lang="en-US" b="1" dirty="0"/>
              <a:t>Creator Dashboard: </a:t>
            </a:r>
            <a:r>
              <a:rPr lang="en-US" dirty="0"/>
              <a:t>Access exclusive "My Uploads" and "My Albums" portals dynamically rendered by Angular.</a:t>
            </a:r>
          </a:p>
          <a:p>
            <a:r>
              <a:rPr lang="en-US" b="1" dirty="0"/>
              <a:t>Content Uploads: </a:t>
            </a:r>
            <a:r>
              <a:rPr lang="en-US" dirty="0"/>
              <a:t>Securely upload .mp3 audio files alongside custom cover art to the Spring Boot backend.</a:t>
            </a:r>
          </a:p>
          <a:p>
            <a:r>
              <a:rPr lang="en-US" b="1" dirty="0"/>
              <a:t>Portfolio Management: </a:t>
            </a:r>
            <a:r>
              <a:rPr lang="en-US" dirty="0"/>
              <a:t>Edit song metadata (title, genre, visibility) on the fly.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1302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EACB9-01FC-4B0B-5326-F88BBC9AF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songs module (Content ingestion)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1A376-363C-D32C-5E7F-9C5B30E1C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Multipart File Handling:  </a:t>
            </a:r>
            <a:r>
              <a:rPr lang="en-US" dirty="0"/>
              <a:t>Securely processing .mp3 audio, .jpg cover art, and JSON metadata in a single network request.</a:t>
            </a:r>
          </a:p>
          <a:p>
            <a:r>
              <a:rPr lang="en-US" b="1" dirty="0"/>
              <a:t>Complete CRUD Control:  </a:t>
            </a:r>
            <a:r>
              <a:rPr lang="en-US" dirty="0"/>
              <a:t>Artists can Create, Read, Update (change visibility/genre), and Delete their tracks.</a:t>
            </a:r>
          </a:p>
          <a:p>
            <a:r>
              <a:rPr lang="en-US" b="1" dirty="0"/>
              <a:t>Instant UI Rendering:  </a:t>
            </a:r>
            <a:r>
              <a:rPr lang="en-US" dirty="0"/>
              <a:t>Angular updates the dashboard in real-time as soon as a song is uploaded or modified.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8534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DE414-9A6B-1397-C098-C5CFD2E7D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analytics module (data insights)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D9243-DB35-1FC0-4E5A-4BB40197D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Automated Tracking: </a:t>
            </a:r>
            <a:r>
              <a:rPr lang="en-US" dirty="0"/>
              <a:t>Backend APIs automatically increment play counters every time a track is streamed by a user.</a:t>
            </a:r>
          </a:p>
          <a:p>
            <a:r>
              <a:rPr lang="en-US" b="1" dirty="0"/>
              <a:t>Real-Time Feedback: </a:t>
            </a:r>
            <a:r>
              <a:rPr lang="en-US" dirty="0"/>
              <a:t>Artists can instantly see which of their songs are performing best.</a:t>
            </a:r>
          </a:p>
          <a:p>
            <a:r>
              <a:rPr lang="en-US" b="1" dirty="0"/>
              <a:t>Unified Ecosystem: </a:t>
            </a:r>
            <a:r>
              <a:rPr lang="en-US" dirty="0"/>
              <a:t>Artists inherit all standard listener features, seamlessly blending content creation with music discovery.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7677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58A3A-AAB8-8F75-2052-118DCD3B3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Song discovery &amp; Browsing (The core engine)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C015D-BAEB-057C-15BD-BCC2F7BF8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Dynamic Discovery:  </a:t>
            </a:r>
            <a:r>
              <a:rPr lang="en-US" dirty="0"/>
              <a:t>Fetching and rendering a global feed of all public songs uploaded by artists.</a:t>
            </a:r>
          </a:p>
          <a:p>
            <a:r>
              <a:rPr lang="en-US" b="1" dirty="0"/>
              <a:t>Genre Filtering:  </a:t>
            </a:r>
            <a:r>
              <a:rPr lang="en-US" dirty="0"/>
              <a:t>Allowing users to instantly sort the database (e.g., Pop, Classical, Rock) without page reloads.</a:t>
            </a:r>
          </a:p>
          <a:p>
            <a:r>
              <a:rPr lang="en-US" b="1" dirty="0"/>
              <a:t>Visual Presentation:  </a:t>
            </a:r>
            <a:r>
              <a:rPr lang="en-US" dirty="0"/>
              <a:t>Fetching secure image URLs to display custom cover art alongside the track metadata.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7303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676A9-D8B0-53CE-D3FD-E0999E05C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Global Audio Player (Uninterrupted Listening)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0E0AC-ED09-3D91-7999-2198D2061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Persistent Architecture:  </a:t>
            </a:r>
            <a:r>
              <a:rPr lang="en-US" dirty="0"/>
              <a:t>Component sits completely outside the main Angular Router, meaning music never stops when navigating between pages.</a:t>
            </a:r>
          </a:p>
          <a:p>
            <a:r>
              <a:rPr lang="en-US" b="1" dirty="0"/>
              <a:t>Reactive State Management:  </a:t>
            </a:r>
            <a:r>
              <a:rPr lang="en-US" dirty="0"/>
              <a:t>Powered by an RxJS BehaviorSubject to keep the UI perfectly synced with the backend audio data.</a:t>
            </a:r>
          </a:p>
          <a:p>
            <a:r>
              <a:rPr lang="en-US" b="1" dirty="0"/>
              <a:t>Native Integration:  </a:t>
            </a:r>
            <a:r>
              <a:rPr lang="en-US" dirty="0"/>
              <a:t>Custom UI controls (Play, Pause, Skip, Volume, Mute, Seek) wired directly into the browser's native HTML5 &lt;audio&gt; element.</a:t>
            </a:r>
          </a:p>
          <a:p>
            <a:r>
              <a:rPr lang="en-US" b="1" dirty="0"/>
              <a:t>Smart Queueing:  </a:t>
            </a:r>
            <a:r>
              <a:rPr lang="en-US" dirty="0"/>
              <a:t>Automatically tracks the current playlist, remembers the user's history, and auto-plays the next track.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2653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D7F61-758E-D5E7-0894-18F156DBC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 playlist curation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E04F8-6DDE-C259-1A5B-82CE9E629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Personalized Curation:  </a:t>
            </a:r>
            <a:r>
              <a:rPr lang="en-US" dirty="0"/>
              <a:t>Users can create, edit, and populate custom playlists seamlessly.</a:t>
            </a:r>
          </a:p>
          <a:p>
            <a:r>
              <a:rPr lang="en-US" b="1" dirty="0"/>
              <a:t>Privacy Controls:  </a:t>
            </a:r>
            <a:r>
              <a:rPr lang="en-US" dirty="0"/>
              <a:t>Implemented visibility toggles to allow users to keep playlists Private or share them Publicly.</a:t>
            </a:r>
          </a:p>
          <a:p>
            <a:r>
              <a:rPr lang="en-US" b="1" dirty="0"/>
              <a:t>Many-to-Many Architecture:  </a:t>
            </a:r>
            <a:r>
              <a:rPr lang="en-US" dirty="0"/>
              <a:t>Engineered a complex PLAYLIST_SONGS join table in MySQL so one song can exist in infinite playlists.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3542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08B7C-01D6-B45A-14A7-4B27C3A9A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Personalization (favorites)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A9562-E0DD-DA4D-892A-F1415F887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Instant Engagement:  </a:t>
            </a:r>
            <a:r>
              <a:rPr lang="en-US" dirty="0"/>
              <a:t>One-click "Like/Unlike" toggle that provides immediate visual feedback to the user.</a:t>
            </a:r>
          </a:p>
          <a:p>
            <a:r>
              <a:rPr lang="en-US" b="1" dirty="0"/>
              <a:t>Complex Data Mapping:  </a:t>
            </a:r>
            <a:r>
              <a:rPr lang="en-US" dirty="0"/>
              <a:t>Powered by a LIKED_SONGS Many-to-Many join table in the MySQL database (linking Users to Songs).</a:t>
            </a:r>
          </a:p>
          <a:p>
            <a:r>
              <a:rPr lang="en-US" b="1" dirty="0"/>
              <a:t>Reactive UI Updates:  </a:t>
            </a:r>
            <a:r>
              <a:rPr lang="en-US" dirty="0"/>
              <a:t>Unliking a song from the Favorites page instantly removes it from the screen without requiring a page refresh.</a:t>
            </a:r>
          </a:p>
          <a:p>
            <a:r>
              <a:rPr lang="en-US" b="1" dirty="0"/>
              <a:t>Personalized Dashboard:  </a:t>
            </a:r>
            <a:r>
              <a:rPr lang="en-US" dirty="0"/>
              <a:t>Aggregates all loved tracks into a single, easily accessible user library.</a:t>
            </a:r>
          </a:p>
        </p:txBody>
      </p:sp>
    </p:spTree>
    <p:extLst>
      <p:ext uri="{BB962C8B-B14F-4D97-AF65-F5344CB8AC3E}">
        <p14:creationId xmlns:p14="http://schemas.microsoft.com/office/powerpoint/2010/main" val="2977451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C380C-77B3-DC26-278A-009746D25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album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8ACF8-4E69-BB44-D2FE-CE2C9C7EE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Relational Data Mapping: </a:t>
            </a:r>
            <a:r>
              <a:rPr lang="en-US" dirty="0"/>
              <a:t>Utilizing Spring Data JPA to create strong One-to-Many relationships (One Album -&gt; Many Songs).</a:t>
            </a:r>
          </a:p>
          <a:p>
            <a:r>
              <a:rPr lang="en-US" b="1" dirty="0"/>
              <a:t>Organized Portfolios: </a:t>
            </a:r>
            <a:r>
              <a:rPr lang="en-US" dirty="0"/>
              <a:t>Giving artists a professional way to group singles into cohesive projects.</a:t>
            </a:r>
          </a:p>
          <a:p>
            <a:r>
              <a:rPr lang="en-US" b="1" dirty="0"/>
              <a:t>Cascading Updates: </a:t>
            </a:r>
            <a:r>
              <a:rPr lang="en-US" dirty="0"/>
              <a:t>Ensuring that if an album is updated or deleted, the associated songs are handled correctly in the database.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4305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72780-7E02-EAA2-197F-28D3BE3BD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Automated listening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3BACE-42B8-2DBD-38D0-C7DEAF8F9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Silent Tracking:  </a:t>
            </a:r>
            <a:r>
              <a:rPr lang="en-US" dirty="0"/>
              <a:t>The backend securely logs every song a user streams.</a:t>
            </a:r>
          </a:p>
          <a:p>
            <a:r>
              <a:rPr lang="en-US" b="1" dirty="0"/>
              <a:t>Timestamp Management:  </a:t>
            </a:r>
            <a:r>
              <a:rPr lang="en-US" dirty="0"/>
              <a:t>Database records the exact </a:t>
            </a:r>
            <a:r>
              <a:rPr lang="en-US" dirty="0" err="1"/>
              <a:t>played_at</a:t>
            </a:r>
            <a:r>
              <a:rPr lang="en-US" dirty="0"/>
              <a:t> datetime to organize history chronologically.</a:t>
            </a:r>
          </a:p>
          <a:p>
            <a:r>
              <a:rPr lang="en-US" b="1" dirty="0"/>
              <a:t>Personalized Dashboard:  </a:t>
            </a:r>
            <a:r>
              <a:rPr lang="en-US" dirty="0"/>
              <a:t>Users are greeted with a dynamically generated "Recently Played" queue upon logging in.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05961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FAE4C-A590-CEAC-1AB4-742414B7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Current achievements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2E189-2CB0-F7EB-4A5F-8B3C76AFC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b="1" dirty="0"/>
              <a:t>Present (What We Have Built)</a:t>
            </a:r>
          </a:p>
          <a:p>
            <a:r>
              <a:rPr lang="en-US" b="1" dirty="0"/>
              <a:t>Fully Functional Streaming Engine:  </a:t>
            </a:r>
            <a:r>
              <a:rPr lang="en-US" dirty="0"/>
              <a:t>A persistent, global audio player built with Angular and RxJS that allows uninterrupted listening.</a:t>
            </a:r>
          </a:p>
          <a:p>
            <a:r>
              <a:rPr lang="en-US" b="1" dirty="0"/>
              <a:t>Secure Creator Ecosystem:  </a:t>
            </a:r>
            <a:r>
              <a:rPr lang="en-US" dirty="0"/>
              <a:t>Artists can securely upload .mp3 files and cover art via multipart Spring Boot APIs.</a:t>
            </a:r>
          </a:p>
          <a:p>
            <a:r>
              <a:rPr lang="en-US" b="1" dirty="0"/>
              <a:t>Interactive User Library:  </a:t>
            </a:r>
            <a:r>
              <a:rPr lang="en-US" dirty="0"/>
              <a:t>Listeners can seamlessly manage custom Playlists, Favorites, and automated Listening History.</a:t>
            </a:r>
          </a:p>
          <a:p>
            <a:r>
              <a:rPr lang="en-US" b="1" dirty="0"/>
              <a:t>Role-Based Security:  </a:t>
            </a:r>
            <a:r>
              <a:rPr lang="en-US" dirty="0"/>
              <a:t>Strict JWT authentication ensuring data privacy and correct access levels.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95128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8F4D5-9CFE-40C7-778D-C70639002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CF590-AA44-A014-1DAC-F31558F63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AI-Powered Recommendations:  </a:t>
            </a:r>
            <a:r>
              <a:rPr lang="en-US" dirty="0"/>
              <a:t>Implementing machine learning algorithms to analyze a user's listening history and auto-generate personalized "Discover Weekly" playlists.</a:t>
            </a:r>
          </a:p>
          <a:p>
            <a:r>
              <a:rPr lang="en-US" b="1" dirty="0"/>
              <a:t>Collaborative Playlists: </a:t>
            </a:r>
            <a:r>
              <a:rPr lang="en-US" dirty="0"/>
              <a:t>Building real-time WebSocket connections so multiple friends can add, reorder, and listen to tracks in a shared playlist simultaneously.</a:t>
            </a:r>
          </a:p>
          <a:p>
            <a:r>
              <a:rPr lang="en-US" b="1" dirty="0"/>
              <a:t>Recommend songs based on :</a:t>
            </a:r>
            <a:r>
              <a:rPr lang="en-US" dirty="0"/>
              <a:t>Listening historyFavorite genresMost played songsSimilar artists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57758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122FC-1088-FE16-6514-4C3222305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6EDAE-1A4C-34A3-657A-1E533023C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Delivered a premium, modern streaming environment where the music never stops while users explore the app.</a:t>
            </a:r>
          </a:p>
          <a:p>
            <a:r>
              <a:rPr lang="en-US" dirty="0"/>
              <a:t>Successfully bridged the gap between listeners discovering new tracks and artists managing their portfolios.</a:t>
            </a:r>
          </a:p>
          <a:p>
            <a:r>
              <a:rPr lang="en-US" dirty="0"/>
              <a:t>Empowered users to curate their own music experience through custom playlists, instant favorites, and automated history tracking.</a:t>
            </a:r>
          </a:p>
          <a:p>
            <a:r>
              <a:rPr lang="en-US" dirty="0"/>
              <a:t>Collaborated to design, build, and secure a complete, real-world application from the ground up.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14450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1FECA-5C1C-6F94-7CCA-4F2EF60E8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</a:t>
            </a:r>
            <a:r>
              <a:rPr lang="en-IN" sz="5400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E263C-4B25-8672-3E95-AAE17D1F13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97195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883</TotalTime>
  <Words>1405</Words>
  <Application>Microsoft Office PowerPoint</Application>
  <PresentationFormat>Widescreen</PresentationFormat>
  <Paragraphs>104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Gill Sans MT</vt:lpstr>
      <vt:lpstr>Gallery</vt:lpstr>
      <vt:lpstr>          revplay</vt:lpstr>
      <vt:lpstr>Project overview</vt:lpstr>
      <vt:lpstr>Our technology stack</vt:lpstr>
      <vt:lpstr>Our technology stack</vt:lpstr>
      <vt:lpstr>Our technology stack</vt:lpstr>
      <vt:lpstr>Database architecture(er diagram)</vt:lpstr>
      <vt:lpstr>PowerPoint Presentation</vt:lpstr>
      <vt:lpstr>Security and Identity -Role based access &amp; authentication</vt:lpstr>
      <vt:lpstr>listener roles &amp; capabilities</vt:lpstr>
      <vt:lpstr>Artist roles &amp; capabilities</vt:lpstr>
      <vt:lpstr>The songs module (Content ingestion)</vt:lpstr>
      <vt:lpstr>The analytics module (data insights)</vt:lpstr>
      <vt:lpstr>Song discovery &amp; Browsing (The core engine)</vt:lpstr>
      <vt:lpstr>The Global Audio Player (Uninterrupted Listening)</vt:lpstr>
      <vt:lpstr>Custom playlist curation</vt:lpstr>
      <vt:lpstr>Personalization (favorites)</vt:lpstr>
      <vt:lpstr>The album module</vt:lpstr>
      <vt:lpstr>Automated listening history</vt:lpstr>
      <vt:lpstr>Current achievements</vt:lpstr>
      <vt:lpstr>Future scope</vt:lpstr>
      <vt:lpstr>conclusion</vt:lpstr>
      <vt:lpstr>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Hemanth oleti</dc:creator>
  <cp:lastModifiedBy>Hemanth oleti</cp:lastModifiedBy>
  <cp:revision>18</cp:revision>
  <dcterms:created xsi:type="dcterms:W3CDTF">2026-02-26T05:11:29Z</dcterms:created>
  <dcterms:modified xsi:type="dcterms:W3CDTF">2026-02-27T07:04:16Z</dcterms:modified>
</cp:coreProperties>
</file>